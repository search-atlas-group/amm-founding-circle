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8"/>
  </p:normalViewPr>
  <p:slideViewPr>
    <p:cSldViewPr snapToGrid="0" snapToObjects="1">
      <p:cViewPr varScale="1">
        <p:scale>
          <a:sx n="117" d="100"/>
          <a:sy n="117" d="100"/>
        </p:scale>
        <p:origin x="2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Agentic Marketing Mastermind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8BDF8"/>
                </a:solidFill>
                <a:latin typeface="Calibri"/>
              </a:defRPr>
            </a:pPr>
            <a:r>
              <a:t>New User Setup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383280"/>
            <a:ext cx="3047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AI-powered marketing toolkit for SearchAtlas agencies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Setup time: ~15 minutes  |  Works on Mac &amp; Windows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You'll Need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" y="1755648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691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Claude Pro or Max subscription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$20/mo or $100/mo — 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2852928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788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Warp 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Free — warp.dev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05840" y="3950208"/>
            <a:ext cx="640080" cy="6400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8862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SearchAtlas Account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With an API key — searchatlas.com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515600" cy="86868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" y="5047488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983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10-15 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One-time setup, then you're good to 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Get a Claude Subscription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alibri"/>
              </a:defRPr>
            </a:pPr>
            <a:r>
              <a:t>How to subscribe: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claude.ai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Sign up or log in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Click 'Upgrade to Pro' (or Max)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Complete payment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alibri"/>
              </a:defRPr>
            </a:pPr>
            <a:r>
              <a:t>Which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Pro ($20/mo) — Good for getting started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Max ($100/mo) — 5x more usage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Recommendation: Start with Pro.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Upgrade to Max if you run workflows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daily for multiple clients.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Install Warp Terminal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warp.dev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Click 'Download for Mac'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Open the .dmg file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Drag Warp to Applications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5.  Open Warp and sign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1.  Go to warp.dev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2.  Click 'Download for Windows'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3.  Run the installer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4.  Follow the prompts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Calibri"/>
              </a:defRPr>
            </a:pPr>
            <a:r>
              <a:t>5.  Open Warp and sign 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Install Claude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Open Warp and run: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ourier New"/>
              </a:defRPr>
            </a:pPr>
            <a:r>
              <a:t>npm install -g @anthropic-ai/claude-code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Verify it worked: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ourier New"/>
              </a:defRPr>
            </a:pPr>
            <a:r>
              <a:t>claude --version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923C"/>
                </a:solidFill>
                <a:latin typeface="Calibri"/>
              </a:defRPr>
            </a:pPr>
            <a:r>
              <a:t>Don't have npm?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  <a:latin typeface="Calibri"/>
              </a:defRPr>
            </a:pPr>
            <a:r>
              <a:t>Install Node.js first from nodejs.org (LTS version). This gives you both node and npm.</a:t>
            </a:r>
            <a:br/>
            <a:r>
              <a:t>Restart Warp after installing.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Steps 4 &amp;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Create Directory &amp; Clone the Repo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46304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Create your working directory: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Courier New"/>
              </a:defRPr>
            </a:pPr>
            <a:r>
              <a:t>mkdir -p ~/agency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You can name this anything — ~/agency, ~/clients, ~/marketing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515600" cy="1828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Clone the toolkit: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ourier New"/>
              </a:defRPr>
            </a:pPr>
            <a:r>
              <a:t>cd ~/agency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git clone https://gitlab.com/juan.villamil/agentic-mastermind.git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cd agentic-mastermind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Run the Setup Wizard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82296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8BDF8"/>
                </a:solidFill>
                <a:latin typeface="Courier New"/>
              </a:defRPr>
            </a:pPr>
            <a:r>
              <a:t>bash setup.sh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Calibri"/>
              </a:defRPr>
            </a:pPr>
            <a:r>
              <a:t>Step 1/3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063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SearchAtlas API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Go to searchatlas.com → Settings → API Keys → Copy your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Step 2/3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605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Communication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Slack, Discord, Email, or Circle — pick what you use (or skip)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  <a:latin typeface="Calibri"/>
              </a:defRPr>
            </a:pPr>
            <a:r>
              <a:t>Step 3/3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257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MCP Server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669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Happens automatically — connects Claude Code to SearchAtlas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Steps 7 &amp;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Launch Claude Code &amp; Set Permissions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alibri"/>
              </a:defRPr>
            </a:pPr>
            <a:r>
              <a:t>Launch: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Courier New"/>
              </a:defRPr>
            </a:pPr>
            <a: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  <a:latin typeface="Calibri"/>
              </a:defRPr>
            </a:pPr>
            <a:r>
              <a:t>Run this inside the agentic-mastermind</a:t>
            </a:r>
            <a:br/>
            <a:r>
              <a:t>directory. Claude Code will start up</a:t>
            </a:r>
            <a:br/>
            <a:r>
              <a:t>and connect to SearchAtlas via MCP.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alibri"/>
              </a:defRPr>
            </a:pPr>
            <a:r>
              <a:t>Set permissions: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923C"/>
                </a:solidFill>
                <a:latin typeface="Courier New"/>
              </a:defRPr>
            </a:pPr>
            <a:r>
              <a:t>/permissions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2004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  <a:latin typeface="Calibri"/>
              </a:defRPr>
            </a:pPr>
            <a:r>
              <a:t>Select "Bypass permissions" so Claude</a:t>
            </a:r>
            <a:br/>
            <a:r>
              <a:t>can run marketing workflows without</a:t>
            </a:r>
            <a:br/>
            <a:r>
              <a:t>asking to approve every API call.</a:t>
            </a:r>
            <a:br/>
            <a:br/>
            <a:r>
              <a:t>You can also toggle with:</a:t>
            </a:r>
            <a:br/>
            <a:r>
              <a:t>Shift+Ctrl+P (Win) or Shift+Cmd+P (Mac)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Step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Verify Everything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alibri"/>
              </a:defRPr>
            </a:pPr>
            <a:r>
              <a:t>Test commands: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8BDF8"/>
                </a:solidFill>
                <a:latin typeface="Courier New"/>
              </a:defRPr>
            </a:pPr>
            <a:r>
              <a:t>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Should list all 14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D399"/>
                </a:solidFill>
                <a:latin typeface="Courier New"/>
              </a:defRPr>
            </a:pPr>
            <a:r>
              <a:t>/my-account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Should show your businesses &amp; projects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alibri"/>
              </a:defRPr>
            </a:pPr>
            <a:r>
              <a:t>If something's wrong: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Commands missing?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Re-run: bash setup.sh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MCP / tool errors?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Re-run: bash scripts/setup-interactive.sh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npm not found?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Install Node.js from nodejs.org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git not found?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Mac: xcode-select --install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  → Win: git-scm.com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All 14 Commands at Your Fingertips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ourier New"/>
              </a:defRPr>
            </a:pPr>
            <a:r>
              <a:t>/my-account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444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See all clients &amp; projects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ourier New"/>
              </a:defRPr>
            </a:pPr>
            <a:r>
              <a:t>/business-report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30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Deep dive on one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816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ourier New"/>
              </a:defRPr>
            </a:pPr>
            <a:r>
              <a:t>/onboard-client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Set up a new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/run-seo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502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SEO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879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/run-gbp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GBP optimization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873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/run-ppc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873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PPC campaign launch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86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559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559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Content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1444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444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Press releases &amp; 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57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2130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Courier New"/>
              </a:defRPr>
            </a:pPr>
            <a:r>
              <a:t>/run-visibility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130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LLM visibility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7432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2816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/send-slack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8163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Slack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4290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35021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/send-discord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021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Discord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1148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41879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/send-email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1879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Send email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8006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0" y="4873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ourier New"/>
              </a:defRPr>
            </a:pPr>
            <a:r>
              <a:t>/send-circle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73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Post to Circle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548640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55595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Courier New"/>
              </a:defRPr>
            </a:pPr>
            <a:r>
              <a:t>/help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559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  <a:r>
              <a:t>List all commands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a New Client Onboards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Run these commands in order: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" y="1764792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ourier New"/>
              </a:defRPr>
            </a:pPr>
            <a:r>
              <a:t>/onboard-client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Create project, brand vault, initial audit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14400" y="2542032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/run-seo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Full SEO setup — audit, keywords, content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3319272"/>
            <a:ext cx="640080" cy="6400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923C"/>
                </a:solidFill>
                <a:latin typeface="Courier New"/>
              </a:defRPr>
            </a:pPr>
            <a:r>
              <a:t>/run-gbp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Optimize Google Business Profile (if applicable)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096512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60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ourier New"/>
              </a:defRPr>
            </a:pPr>
            <a:r>
              <a:t>/run-ppc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160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Set up Google Ads campaigns (if applicable)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" y="4873752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Courier New"/>
              </a:defRPr>
            </a:pPr>
            <a:r>
              <a:t>/run-content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937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Generate first batch of articles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623560"/>
            <a:ext cx="10515600" cy="685800"/>
          </a:xfrm>
          <a:prstGeom prst="roundRect">
            <a:avLst>
              <a:gd name="adj" fmla="val 3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5650992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715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ourier New"/>
              </a:defRPr>
            </a:pPr>
            <a:r>
              <a:t>/send-slack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715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E8F0"/>
                </a:solidFill>
                <a:latin typeface="Calibri"/>
              </a:defRPr>
            </a:pPr>
            <a:r>
              <a:t>Share results with the client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Links &amp; Resources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356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Toolkit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43560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8BDF8"/>
                </a:solidFill>
                <a:latin typeface="Calibri"/>
              </a:defRPr>
            </a:pPr>
            <a:r>
              <a:t>gitlab.com/juan.villamil/agentic-mastermind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38528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Claude AI (subscription)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0253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8BDF8"/>
                </a:solidFill>
                <a:latin typeface="Calibri"/>
              </a:defRPr>
            </a:pPr>
            <a:r>
              <a:t>claude.ai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05456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5694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Warp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6946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warp.dev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72384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Node.js (for npm)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13639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nodejs.org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39312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SearchAtlas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703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923C"/>
                </a:solidFill>
                <a:latin typeface="Calibri"/>
              </a:defRPr>
            </a:pPr>
            <a:r>
              <a:t>searchatlas.com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2702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Slack Webhooks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7024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api.slack.com/messaging/webhooks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73168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83717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Discord Webhooks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83717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Server Settings → Integrations → Webhooks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40096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40410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Resend (Email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40410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resend.com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907024"/>
            <a:ext cx="10515600" cy="502920"/>
          </a:xfrm>
          <a:prstGeom prst="roundRect">
            <a:avLst>
              <a:gd name="adj" fmla="val 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59710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Git (Windows)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97103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git-scm.com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You're Ready to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108960"/>
            <a:ext cx="3047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  <a:latin typeface="Courier New"/>
              </a:defRPr>
            </a:pPr>
            <a:r>
              <a:t>Open Warp  →  cd ~/agency/agentic-mastermind  →  claude  → 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Need help? Reach out to your account manager.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834</Words>
  <Application>Microsoft Macintosh PowerPoint</Application>
  <PresentationFormat>Widescreen</PresentationFormat>
  <Paragraphs>173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Usuario</cp:lastModifiedBy>
  <cp:revision>1</cp:revision>
  <dcterms:created xsi:type="dcterms:W3CDTF">2013-01-27T09:14:16Z</dcterms:created>
  <dcterms:modified xsi:type="dcterms:W3CDTF">2026-03-04T16:33:04Z</dcterms:modified>
  <cp:category/>
</cp:coreProperties>
</file>